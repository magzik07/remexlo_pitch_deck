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REMEXLO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107"/>
                </a:solidFill>
              </a:defRPr>
            </a:pPr>
            <a:r>
              <a:t>The Marketplace for Craftsmen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Connecting Skilled Artisans with Customers Worldwide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/>
            </a:pPr>
            <a:r>
              <a:t>🔧 Skilled craftsmen struggle to find customers and market their services</a:t>
            </a:r>
          </a:p>
          <a:p>
            <a:pPr>
              <a:spcAft>
                <a:spcPts val="2000"/>
              </a:spcAft>
              <a:defRPr sz="2400"/>
            </a:pPr>
            <a:r>
              <a:t>🏠 Homeowners find it difficult to locate reliable, quality craftsmen</a:t>
            </a:r>
          </a:p>
          <a:p>
            <a:pPr>
              <a:spcAft>
                <a:spcPts val="2000"/>
              </a:spcAft>
              <a:defRPr sz="2400"/>
            </a:pPr>
            <a:r>
              <a:t>💰 Lack of transparent pricing leads to distrust on both sides</a:t>
            </a:r>
          </a:p>
          <a:p>
            <a:pPr>
              <a:spcAft>
                <a:spcPts val="2000"/>
              </a:spcAft>
              <a:defRPr sz="2400"/>
            </a:pPr>
            <a:r>
              <a:t>📱 No dedicated digital platform for skilled trades</a:t>
            </a:r>
          </a:p>
          <a:p>
            <a:pPr>
              <a:spcAft>
                <a:spcPts val="2000"/>
              </a:spcAft>
              <a:defRPr sz="2400"/>
            </a:pPr>
            <a:r>
              <a:t>⭐ No standardized way to verify quality and build reputation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Our Solution: Remexlo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/>
            </a:pPr>
            <a:r>
              <a:t>✅ Digital marketplace connecting craftsmen with customers</a:t>
            </a:r>
          </a:p>
          <a:p>
            <a:pPr>
              <a:spcAft>
                <a:spcPts val="1800"/>
              </a:spcAft>
              <a:defRPr sz="2400"/>
            </a:pPr>
            <a:r>
              <a:t>✅ Verified profiles with portfolio showcases</a:t>
            </a:r>
          </a:p>
          <a:p>
            <a:pPr>
              <a:spcAft>
                <a:spcPts val="1800"/>
              </a:spcAft>
              <a:defRPr sz="2400"/>
            </a:pPr>
            <a:r>
              <a:t>✅ Transparent pricing and instant quotes</a:t>
            </a:r>
          </a:p>
          <a:p>
            <a:pPr>
              <a:spcAft>
                <a:spcPts val="1800"/>
              </a:spcAft>
              <a:defRPr sz="2400"/>
            </a:pPr>
            <a:r>
              <a:t>✅ Rating and review system for quality assurance</a:t>
            </a:r>
          </a:p>
          <a:p>
            <a:pPr>
              <a:spcAft>
                <a:spcPts val="1800"/>
              </a:spcAft>
              <a:defRPr sz="2400"/>
            </a:pPr>
            <a:r>
              <a:t>✅ Secure payment processing with escrow</a:t>
            </a:r>
          </a:p>
          <a:p>
            <a:pPr>
              <a:spcAft>
                <a:spcPts val="1800"/>
              </a:spcAft>
              <a:defRPr sz="2400"/>
            </a:pPr>
            <a:r>
              <a:t>✅ Mobile-first approach for easy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237E"/>
                </a:solidFill>
              </a:defRPr>
            </a:pPr>
            <a:r>
              <a:t>$550B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Global Home Services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237E"/>
                </a:solidFill>
              </a:defRPr>
            </a:pPr>
            <a:r>
              <a:t>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Annual Market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237E"/>
                </a:solidFill>
              </a:defRPr>
            </a:pPr>
            <a:r>
              <a:t>78M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Active Craftsmen Worldwide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237E"/>
                </a:solidFill>
              </a:defRPr>
            </a:pPr>
            <a: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Customers Prefer Online Booking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💵 Transaction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8-12% commission on completed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💵 Premium Listings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Featured placement for craftsmen - $29/month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💵 Subscription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Pro tools for businesses - $49-199/month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💵 Lead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Verified customer leads - pay per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Traction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Current Traction</a:t>
            </a:r>
          </a:p>
          <a:p>
            <a:pPr>
              <a:spcAft>
                <a:spcPts val="800"/>
              </a:spcAft>
              <a:defRPr sz="1800"/>
            </a:pPr>
            <a:r>
              <a:t>• 5,000+ registered craftsmen</a:t>
            </a:r>
          </a:p>
          <a:p>
            <a:pPr>
              <a:spcAft>
                <a:spcPts val="800"/>
              </a:spcAft>
              <a:defRPr sz="1800"/>
            </a:pPr>
            <a:r>
              <a:t>• 15,000+ active users</a:t>
            </a:r>
          </a:p>
          <a:p>
            <a:pPr>
              <a:spcAft>
                <a:spcPts val="800"/>
              </a:spcAft>
              <a:defRPr sz="1800"/>
            </a:pPr>
            <a:r>
              <a:t>• $250K GMV to date</a:t>
            </a:r>
          </a:p>
          <a:p>
            <a:pPr>
              <a:spcAft>
                <a:spcPts val="800"/>
              </a:spcAft>
              <a:defRPr sz="1800"/>
            </a:pPr>
            <a:r>
              <a:t>• 4.8★ average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Roadmap</a:t>
            </a:r>
          </a:p>
          <a:p>
            <a:pPr>
              <a:spcAft>
                <a:spcPts val="800"/>
              </a:spcAft>
              <a:defRPr sz="1800"/>
            </a:pPr>
            <a:r>
              <a:t>→ Q1: Mobile app launch</a:t>
            </a:r>
          </a:p>
          <a:p>
            <a:pPr>
              <a:spcAft>
                <a:spcPts val="800"/>
              </a:spcAft>
              <a:defRPr sz="1800"/>
            </a:pPr>
            <a:r>
              <a:t>→ Q2: Expand to 5 new cities</a:t>
            </a:r>
          </a:p>
          <a:p>
            <a:pPr>
              <a:spcAft>
                <a:spcPts val="800"/>
              </a:spcAft>
              <a:defRPr sz="1800"/>
            </a:pPr>
            <a:r>
              <a:t>→ Q3: AI-powered matching</a:t>
            </a:r>
          </a:p>
          <a:p>
            <a:pPr>
              <a:spcAft>
                <a:spcPts val="800"/>
              </a:spcAft>
              <a:defRPr sz="1800"/>
            </a:pPr>
            <a:r>
              <a:t>→ Q4: International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7E"/>
                </a:solidFill>
              </a:defRPr>
            </a:pPr>
            <a: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👤 CEO &amp; Co-Founder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10+ years in marketplace startups</a:t>
            </a:r>
            <a:br/>
            <a:r>
              <a:t>Previously at Upwork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👤 CTO &amp; Co-Founder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Former tech lead at Amazon</a:t>
            </a:r>
            <a:br/>
            <a:r>
              <a:t>Built platforms serving 10M+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👤 Head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Operations expert from TaskRabbit</a:t>
            </a:r>
            <a:br/>
            <a:r>
              <a:t>5+ years scaling home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👤 Head of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474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Growth marketing from Thumbtack</a:t>
            </a:r>
            <a:br/>
            <a:r>
              <a:t>Driven 10x user 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C107"/>
                </a:solidFill>
              </a:defRPr>
            </a:pPr>
            <a:r>
              <a:t>$2.5M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 of Funds:</a:t>
            </a:r>
          </a:p>
          <a:p>
            <a:pPr>
              <a:spcAft>
                <a:spcPts val="800"/>
              </a:spcAft>
              <a:defRPr sz="2000">
                <a:solidFill>
                  <a:srgbClr val="C8C8C8"/>
                </a:solidFill>
              </a:defRPr>
            </a:pPr>
            <a:r>
              <a:t>• 40% - Product Development &amp; Engineering</a:t>
            </a:r>
          </a:p>
          <a:p>
            <a:pPr>
              <a:spcAft>
                <a:spcPts val="800"/>
              </a:spcAft>
              <a:defRPr sz="2000">
                <a:solidFill>
                  <a:srgbClr val="C8C8C8"/>
                </a:solidFill>
              </a:defRPr>
            </a:pPr>
            <a:r>
              <a:t>• 30% - Sales &amp; Marketing</a:t>
            </a:r>
          </a:p>
          <a:p>
            <a:pPr>
              <a:spcAft>
                <a:spcPts val="800"/>
              </a:spcAft>
              <a:defRPr sz="2000">
                <a:solidFill>
                  <a:srgbClr val="C8C8C8"/>
                </a:solidFill>
              </a:defRPr>
            </a:pPr>
            <a:r>
              <a:t>• 20% - Operations &amp; Customer Success</a:t>
            </a:r>
          </a:p>
          <a:p>
            <a:pPr>
              <a:spcAft>
                <a:spcPts val="800"/>
              </a:spcAft>
              <a:defRPr sz="2000">
                <a:solidFill>
                  <a:srgbClr val="C8C8C8"/>
                </a:solidFill>
              </a:defRPr>
            </a:pPr>
            <a:r>
              <a:t>• 10% - General &amp; Administrative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</a:defRPr>
            </a:pPr>
            <a:r>
              <a:t>REMEXLO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📧 invest@remexlo.com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🌐 www.remexlo.com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